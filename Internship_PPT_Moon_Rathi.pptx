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image" Target="../media/image-6-1.png"/><Relationship Id="rId10" Type="http://schemas.openxmlformats.org/officeDocument/2006/relationships/image" Target="../media/image-6-1.png"/><Relationship Id="rId11" Type="http://schemas.openxmlformats.org/officeDocument/2006/relationships/image" Target="../media/image-6-1.png"/><Relationship Id="rId12" Type="http://schemas.openxmlformats.org/officeDocument/2006/relationships/image" Target="../media/image-6-1.png"/><Relationship Id="rId13" Type="http://schemas.openxmlformats.org/officeDocument/2006/relationships/image" Target="../media/image-6-1.png"/><Relationship Id="rId14" Type="http://schemas.openxmlformats.org/officeDocument/2006/relationships/image" Target="../media/image-6-1.png"/><Relationship Id="rId15" Type="http://schemas.openxmlformats.org/officeDocument/2006/relationships/image" Target="../media/image-6-1.png"/><Relationship Id="rId16" Type="http://schemas.openxmlformats.org/officeDocument/2006/relationships/image" Target="../media/image-6-1.png"/><Relationship Id="rId17" Type="http://schemas.openxmlformats.org/officeDocument/2006/relationships/image" Target="../media/image-6-1.png"/><Relationship Id="rId18" Type="http://schemas.openxmlformats.org/officeDocument/2006/relationships/image" Target="../media/image-6-1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3315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/home/claude/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68580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896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INTERNSHIP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&amp; AI Platform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Enablement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Engineering Projects Across Claude, AWS/Azure and Snowflake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07492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13315C">
              <a:alpha val="85000"/>
            </a:srgbClr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2303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54498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63440" y="52303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63440" y="54498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CS-2341452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5852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68680" y="6071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Semester 7 (Section 4CSE8)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663440" y="5852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63440" y="6071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Mactores Cognition Private Limited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391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7627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Mactores Cognition Private Limited — a data &amp; AI engineering consultancy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391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7627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3134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real, multi-platform DevOps engineering competency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73075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679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39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Engineering Projects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0050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Multi-Cloud (AWS/Azure) and Snowflake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4747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73075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c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86791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639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Delivered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40050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Architect, Snowflake SPN badges &amp; more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4223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5955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330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 Progress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69671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Practitioner &amp; Azure Administrator readiness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51663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7FB"/>
          </a:solidFill>
          <a:ln/>
        </p:spPr>
      </p:sp>
      <p:sp>
        <p:nvSpPr>
          <p:cNvPr id="30" name="Shape 23"/>
          <p:cNvSpPr/>
          <p:nvPr/>
        </p:nvSpPr>
        <p:spPr>
          <a:xfrm>
            <a:off x="6492240" y="54223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icons/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55955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53309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69480" y="569671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and the road ahead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Mactores Cognition Private Limited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691640"/>
            <a:ext cx="4206240" cy="4434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91840"/>
            <a:ext cx="3657600" cy="3657600"/>
          </a:xfrm>
          <a:prstGeom prst="ellipse">
            <a:avLst/>
          </a:prstGeom>
          <a:solidFill>
            <a:srgbClr val="13315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51760" y="5257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74320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160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2008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Bellevue, Washington, USA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892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Operations: Mumbai, Maharashtra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178308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Mactores is a technology consulting and data engineering company specializing in enterprise data platforms — data lakes, scalable databases and modern data warehouses — along with automated DataOps, MLOps and Generative AI solutions.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3209544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30815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Generative AI Competency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46320" y="33741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AWS partner status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3895344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37673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Healthcare Competency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846320" y="40599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HIPAA-compliant, automation-first solutions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0" y="4581144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44531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Cross-industry clients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46320" y="47457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FinTech, Manufacturing, Software, Healthcare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0" y="548640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/>
        </p:spPr>
      </p:sp>
      <p:sp>
        <p:nvSpPr>
          <p:cNvPr id="21" name="Text 18"/>
          <p:cNvSpPr/>
          <p:nvPr/>
        </p:nvSpPr>
        <p:spPr>
          <a:xfrm>
            <a:off x="4800600" y="54864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DevOps Engineer (Intern)   |   Duration: June 17 – Sept 17, 2026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TRACK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AF2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DevOps teams rarely operate within a single cloud vendor. Engineers proficient in only one platform are at a disadvantage as organisations adopt multi-cloud and Generative AI tooling.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4472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foundational-to-applied knowledge of the Claude/Anthropic ecosystem (API, Claude Code, Agent Skills, MCP)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3520440"/>
            <a:ext cx="329184" cy="32918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4472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Claude/Anthropic engineering credential (Project 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329184" cy="32918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3159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working knowledge of AWS core services (Cloud Practitioner track)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389120"/>
            <a:ext cx="329184" cy="32918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4389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3159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working knowledge of Microsoft Azure administration (AZ-104 track)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329184" cy="32918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57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1846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applied Snowflake ML &amp; Generative AI competency (Project 3)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5257800"/>
            <a:ext cx="329184" cy="329184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5257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51846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methodology &amp; outcomes in a verifiable, portfolio-ready format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Engineering Projects, One DevOps Skillset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9536" y="187452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0756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25396" y="2423160"/>
            <a:ext cx="914400" cy="914400"/>
          </a:xfrm>
          <a:prstGeom prst="ellipse">
            <a:avLst/>
          </a:prstGeom>
          <a:solidFill>
            <a:srgbClr val="3FA9F5"/>
          </a:solidFill>
          <a:ln/>
        </p:spPr>
      </p:sp>
      <p:pic>
        <p:nvPicPr>
          <p:cNvPr id="7" name="Image 0" descr="/home/claude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564" y="262432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/ Anthropic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42416" y="4114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Agentic platform enablement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316736" y="4754880"/>
            <a:ext cx="2331720" cy="0"/>
          </a:xfrm>
          <a:prstGeom prst="line">
            <a:avLst/>
          </a:prstGeom>
          <a:noFill/>
          <a:ln w="12700">
            <a:solidFill>
              <a:srgbClr val="2A4A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48737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71416" y="187452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54296" y="20756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37276" y="2423160"/>
            <a:ext cx="914400" cy="914400"/>
          </a:xfrm>
          <a:prstGeom prst="ellipse">
            <a:avLst/>
          </a:prstGeom>
          <a:solidFill>
            <a:srgbClr val="5AA9E6"/>
          </a:solidFill>
          <a:ln/>
        </p:spPr>
      </p:sp>
      <p:pic>
        <p:nvPicPr>
          <p:cNvPr id="15" name="Image 1" descr="/home/claude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2624328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576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(AWS &amp; Azure)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54296" y="4114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foundations engineering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28616" y="4754880"/>
            <a:ext cx="2331720" cy="0"/>
          </a:xfrm>
          <a:prstGeom prst="line">
            <a:avLst/>
          </a:prstGeom>
          <a:noFill/>
          <a:ln w="12700">
            <a:solidFill>
              <a:srgbClr val="2A4A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08576" y="48737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83296" y="187452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66176" y="20756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249156" y="2423160"/>
            <a:ext cx="914400" cy="914400"/>
          </a:xfrm>
          <a:prstGeom prst="ellipse">
            <a:avLst/>
          </a:prstGeom>
          <a:solidFill>
            <a:srgbClr val="3FD0C9"/>
          </a:solidFill>
          <a:ln/>
        </p:spPr>
      </p:sp>
      <p:pic>
        <p:nvPicPr>
          <p:cNvPr id="23" name="Image 2" descr="/home/claude/icons/snowfl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324" y="2624328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0456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8266176" y="41148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&amp; AI platform engineering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540496" y="4754880"/>
            <a:ext cx="2331720" cy="0"/>
          </a:xfrm>
          <a:prstGeom prst="line">
            <a:avLst/>
          </a:prstGeom>
          <a:noFill/>
          <a:ln w="12700">
            <a:solidFill>
              <a:srgbClr val="2A4A7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220456" y="48737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 for each project:  Foundational Study  →  Applied Practice  →  Validation  →  Deliverable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/ Anthropic AI Platform Enablement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ACADEMY COURSES COMPLETED</a:t>
            </a:r>
            <a:endParaRPr lang="en-US" sz="1200" dirty="0"/>
          </a:p>
        </p:txBody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9696"/>
            <a:ext cx="182880" cy="182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212140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14884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pic>
        <p:nvPicPr>
          <p:cNvPr id="9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139696"/>
            <a:ext cx="182880" cy="1828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862072" y="212140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2148840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172968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the Claude API</a:t>
            </a:r>
            <a:endParaRPr lang="en-US" sz="1050" dirty="0"/>
          </a:p>
        </p:txBody>
      </p:sp>
      <p:pic>
        <p:nvPicPr>
          <p:cNvPr id="13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139696"/>
            <a:ext cx="182880" cy="1828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193792" y="212140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2148840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504688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Platform 101</a:t>
            </a:r>
            <a:endParaRPr lang="en-US" sz="1050" dirty="0"/>
          </a:p>
        </p:txBody>
      </p:sp>
      <p:pic>
        <p:nvPicPr>
          <p:cNvPr id="17" name="Image 6" descr="/home/claude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642616"/>
            <a:ext cx="182880" cy="18288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530352" y="262432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7" descr="/home/claude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2651760"/>
            <a:ext cx="164592" cy="16459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41248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Agent Skills</a:t>
            </a:r>
            <a:endParaRPr lang="en-US" sz="1050" dirty="0"/>
          </a:p>
        </p:txBody>
      </p:sp>
      <p:pic>
        <p:nvPicPr>
          <p:cNvPr id="21" name="Image 8" descr="/home/claude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0360" y="2642616"/>
            <a:ext cx="182880" cy="18288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2862072" y="262432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9" descr="/home/claude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7792" y="2651760"/>
            <a:ext cx="164592" cy="16459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3172968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MCP</a:t>
            </a:r>
            <a:endParaRPr lang="en-US" sz="1050" dirty="0"/>
          </a:p>
        </p:txBody>
      </p:sp>
      <p:pic>
        <p:nvPicPr>
          <p:cNvPr id="25" name="Image 10" descr="/home/claude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080" y="2642616"/>
            <a:ext cx="182880" cy="182880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5193792" y="262432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11" descr="/home/claude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9512" y="2651760"/>
            <a:ext cx="164592" cy="16459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504688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Advanced Topics</a:t>
            </a:r>
            <a:endParaRPr lang="en-US" sz="1050" dirty="0"/>
          </a:p>
        </p:txBody>
      </p:sp>
      <p:pic>
        <p:nvPicPr>
          <p:cNvPr id="29" name="Image 12" descr="/home/claude/icons/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3145536"/>
            <a:ext cx="182880" cy="182880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530352" y="312724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13" descr="/home/claude/icons/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072" y="3154680"/>
            <a:ext cx="164592" cy="16459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841248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101</a:t>
            </a:r>
            <a:endParaRPr lang="en-US" sz="1050" dirty="0"/>
          </a:p>
        </p:txBody>
      </p:sp>
      <p:pic>
        <p:nvPicPr>
          <p:cNvPr id="33" name="Image 14" descr="/home/claude/icons/che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80360" y="3145536"/>
            <a:ext cx="182880" cy="182880"/>
          </a:xfrm>
          <a:prstGeom prst="rect">
            <a:avLst/>
          </a:prstGeom>
        </p:spPr>
      </p:pic>
      <p:sp>
        <p:nvSpPr>
          <p:cNvPr id="34" name="Shape 17"/>
          <p:cNvSpPr/>
          <p:nvPr/>
        </p:nvSpPr>
        <p:spPr>
          <a:xfrm>
            <a:off x="2862072" y="312724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15" descr="/home/claude/icons/che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7792" y="3154680"/>
            <a:ext cx="164592" cy="164592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3172968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Action</a:t>
            </a:r>
            <a:endParaRPr lang="en-US" sz="1050" dirty="0"/>
          </a:p>
        </p:txBody>
      </p:sp>
      <p:pic>
        <p:nvPicPr>
          <p:cNvPr id="37" name="Image 16" descr="/home/claude/icons/chec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2080" y="3145536"/>
            <a:ext cx="182880" cy="182880"/>
          </a:xfrm>
          <a:prstGeom prst="rect">
            <a:avLst/>
          </a:prstGeom>
        </p:spPr>
      </p:pic>
      <p:sp>
        <p:nvSpPr>
          <p:cNvPr id="38" name="Shape 19"/>
          <p:cNvSpPr/>
          <p:nvPr/>
        </p:nvSpPr>
        <p:spPr>
          <a:xfrm>
            <a:off x="5193792" y="312724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17" descr="/home/claude/icons/che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39512" y="3154680"/>
            <a:ext cx="164592" cy="164592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5504688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Subagents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54864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MOCK EXAM PROGRESS</a:t>
            </a:r>
            <a:endParaRPr lang="en-US" sz="1200" dirty="0"/>
          </a:p>
        </p:txBody>
      </p:sp>
      <p:sp>
        <p:nvSpPr>
          <p:cNvPr id="42" name="Text 22"/>
          <p:cNvSpPr/>
          <p:nvPr/>
        </p:nvSpPr>
        <p:spPr>
          <a:xfrm>
            <a:off x="5486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– Zero to CCA (Q&amp;A)</a:t>
            </a:r>
            <a:endParaRPr lang="en-US" sz="1050" dirty="0"/>
          </a:p>
        </p:txBody>
      </p:sp>
      <p:sp>
        <p:nvSpPr>
          <p:cNvPr id="43" name="Shape 23"/>
          <p:cNvSpPr/>
          <p:nvPr/>
        </p:nvSpPr>
        <p:spPr>
          <a:xfrm>
            <a:off x="3063240" y="441655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44" name="Text 24"/>
          <p:cNvSpPr/>
          <p:nvPr/>
        </p:nvSpPr>
        <p:spPr>
          <a:xfrm>
            <a:off x="3063240" y="44165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45" name="Text 25"/>
          <p:cNvSpPr/>
          <p:nvPr/>
        </p:nvSpPr>
        <p:spPr>
          <a:xfrm>
            <a:off x="406908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– CCA Exam Qs Solved</a:t>
            </a:r>
            <a:endParaRPr lang="en-US" sz="1050" dirty="0"/>
          </a:p>
        </p:txBody>
      </p:sp>
      <p:sp>
        <p:nvSpPr>
          <p:cNvPr id="46" name="Shape 26"/>
          <p:cNvSpPr/>
          <p:nvPr/>
        </p:nvSpPr>
        <p:spPr>
          <a:xfrm>
            <a:off x="6583680" y="441655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47" name="Text 27"/>
          <p:cNvSpPr/>
          <p:nvPr/>
        </p:nvSpPr>
        <p:spPr>
          <a:xfrm>
            <a:off x="6583680" y="44165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100" dirty="0"/>
          </a:p>
        </p:txBody>
      </p:sp>
      <p:sp>
        <p:nvSpPr>
          <p:cNvPr id="48" name="Text 28"/>
          <p:cNvSpPr/>
          <p:nvPr/>
        </p:nvSpPr>
        <p:spPr>
          <a:xfrm>
            <a:off x="548640" y="4892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 CCA Foundations (6 exams)</a:t>
            </a:r>
            <a:endParaRPr lang="en-US" sz="1050" dirty="0"/>
          </a:p>
        </p:txBody>
      </p:sp>
      <p:sp>
        <p:nvSpPr>
          <p:cNvPr id="49" name="Shape 29"/>
          <p:cNvSpPr/>
          <p:nvPr/>
        </p:nvSpPr>
        <p:spPr>
          <a:xfrm>
            <a:off x="3063240" y="491947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50" name="Text 30"/>
          <p:cNvSpPr/>
          <p:nvPr/>
        </p:nvSpPr>
        <p:spPr>
          <a:xfrm>
            <a:off x="3063240" y="49194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1100" dirty="0"/>
          </a:p>
        </p:txBody>
      </p:sp>
      <p:sp>
        <p:nvSpPr>
          <p:cNvPr id="51" name="Text 31"/>
          <p:cNvSpPr/>
          <p:nvPr/>
        </p:nvSpPr>
        <p:spPr>
          <a:xfrm>
            <a:off x="4069080" y="4892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– Solved CCA Qs (33)</a:t>
            </a:r>
            <a:endParaRPr lang="en-US" sz="1050" dirty="0"/>
          </a:p>
        </p:txBody>
      </p:sp>
      <p:sp>
        <p:nvSpPr>
          <p:cNvPr id="52" name="Shape 32"/>
          <p:cNvSpPr/>
          <p:nvPr/>
        </p:nvSpPr>
        <p:spPr>
          <a:xfrm>
            <a:off x="6583680" y="491947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53" name="Text 33"/>
          <p:cNvSpPr/>
          <p:nvPr/>
        </p:nvSpPr>
        <p:spPr>
          <a:xfrm>
            <a:off x="6583680" y="49194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100" dirty="0"/>
          </a:p>
        </p:txBody>
      </p:sp>
      <p:sp>
        <p:nvSpPr>
          <p:cNvPr id="54" name="Text 34"/>
          <p:cNvSpPr/>
          <p:nvPr/>
        </p:nvSpPr>
        <p:spPr>
          <a:xfrm>
            <a:off x="548640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ExamHeist (40 Qs)</a:t>
            </a:r>
            <a:endParaRPr lang="en-US" sz="1050" dirty="0"/>
          </a:p>
        </p:txBody>
      </p:sp>
      <p:sp>
        <p:nvSpPr>
          <p:cNvPr id="55" name="Shape 35"/>
          <p:cNvSpPr/>
          <p:nvPr/>
        </p:nvSpPr>
        <p:spPr>
          <a:xfrm>
            <a:off x="3063240" y="542239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56" name="Text 36"/>
          <p:cNvSpPr/>
          <p:nvPr/>
        </p:nvSpPr>
        <p:spPr>
          <a:xfrm>
            <a:off x="3063240" y="54223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57" name="Text 37"/>
          <p:cNvSpPr/>
          <p:nvPr/>
        </p:nvSpPr>
        <p:spPr>
          <a:xfrm>
            <a:off x="4069080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CertSafari (sample)</a:t>
            </a:r>
            <a:endParaRPr lang="en-US" sz="1050" dirty="0"/>
          </a:p>
        </p:txBody>
      </p:sp>
      <p:sp>
        <p:nvSpPr>
          <p:cNvPr id="58" name="Shape 38"/>
          <p:cNvSpPr/>
          <p:nvPr/>
        </p:nvSpPr>
        <p:spPr>
          <a:xfrm>
            <a:off x="6583680" y="542239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59" name="Text 39"/>
          <p:cNvSpPr/>
          <p:nvPr/>
        </p:nvSpPr>
        <p:spPr>
          <a:xfrm>
            <a:off x="6583680" y="54223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60" name="Shape 40"/>
          <p:cNvSpPr/>
          <p:nvPr/>
        </p:nvSpPr>
        <p:spPr>
          <a:xfrm>
            <a:off x="8366760" y="1691640"/>
            <a:ext cx="3291840" cy="4480560"/>
          </a:xfrm>
          <a:prstGeom prst="roundRect">
            <a:avLst>
              <a:gd name="adj" fmla="val 2778"/>
            </a:avLst>
          </a:prstGeom>
          <a:solidFill>
            <a:srgbClr val="0B1F3A"/>
          </a:solidFill>
          <a:ln/>
        </p:spPr>
      </p:sp>
      <p:sp>
        <p:nvSpPr>
          <p:cNvPr id="61" name="Text 41"/>
          <p:cNvSpPr/>
          <p:nvPr/>
        </p:nvSpPr>
        <p:spPr>
          <a:xfrm>
            <a:off x="854964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DELIVERABLE — ACTUAL CREDENTIAL</a:t>
            </a:r>
            <a:endParaRPr lang="en-US" sz="1000" dirty="0"/>
          </a:p>
        </p:txBody>
      </p:sp>
      <p:sp>
        <p:nvSpPr>
          <p:cNvPr id="62" name="Shape 42"/>
          <p:cNvSpPr/>
          <p:nvPr/>
        </p:nvSpPr>
        <p:spPr>
          <a:xfrm>
            <a:off x="8595360" y="2331720"/>
            <a:ext cx="283464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pic>
        <p:nvPicPr>
          <p:cNvPr id="63" name="Image 18" descr="/home/claude/certs/claude_architect-1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86800" y="2423160"/>
            <a:ext cx="2651760" cy="2048256"/>
          </a:xfrm>
          <a:prstGeom prst="rect">
            <a:avLst/>
          </a:prstGeom>
        </p:spPr>
      </p:pic>
      <p:sp>
        <p:nvSpPr>
          <p:cNvPr id="64" name="Text 43"/>
          <p:cNvSpPr/>
          <p:nvPr/>
        </p:nvSpPr>
        <p:spPr>
          <a:xfrm>
            <a:off x="8549640" y="46451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Certified Architect – Foundations</a:t>
            </a:r>
            <a:endParaRPr lang="en-US" sz="1300" dirty="0"/>
          </a:p>
        </p:txBody>
      </p:sp>
      <p:sp>
        <p:nvSpPr>
          <p:cNvPr id="65" name="Shape 44"/>
          <p:cNvSpPr/>
          <p:nvPr/>
        </p:nvSpPr>
        <p:spPr>
          <a:xfrm>
            <a:off x="8869680" y="5193792"/>
            <a:ext cx="2286000" cy="0"/>
          </a:xfrm>
          <a:prstGeom prst="line">
            <a:avLst/>
          </a:prstGeom>
          <a:noFill/>
          <a:ln w="12700">
            <a:solidFill>
              <a:srgbClr val="2A4A75"/>
            </a:solidFill>
            <a:prstDash val="solid"/>
          </a:ln>
        </p:spPr>
      </p:sp>
      <p:sp>
        <p:nvSpPr>
          <p:cNvPr id="66" name="Text 45"/>
          <p:cNvSpPr/>
          <p:nvPr/>
        </p:nvSpPr>
        <p:spPr>
          <a:xfrm>
            <a:off x="854964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Anthropic (Credly)</a:t>
            </a:r>
            <a:endParaRPr lang="en-US" sz="1000" dirty="0"/>
          </a:p>
        </p:txBody>
      </p:sp>
      <p:sp>
        <p:nvSpPr>
          <p:cNvPr id="67" name="Text 46"/>
          <p:cNvSpPr/>
          <p:nvPr/>
        </p:nvSpPr>
        <p:spPr>
          <a:xfrm>
            <a:off x="8549640" y="5559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26, 2026 · Valid through Aug 26, 2027</a:t>
            </a:r>
            <a:endParaRPr lang="en-US" sz="900" dirty="0"/>
          </a:p>
        </p:txBody>
      </p:sp>
      <p:sp>
        <p:nvSpPr>
          <p:cNvPr id="68" name="Text 4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69" name="Text 4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Data &amp; AI Platform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8348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" y="2011680"/>
            <a:ext cx="233172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6" name="Image 0" descr="/home/claude/certs/snowflake_aiml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057400"/>
            <a:ext cx="2240280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AI/ML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55548" y="4389120"/>
            <a:ext cx="16916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 Deliverable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5508" y="47365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11,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60420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</p:spPr>
      </p:sp>
      <p:sp>
        <p:nvSpPr>
          <p:cNvPr id="12" name="Shape 9"/>
          <p:cNvSpPr/>
          <p:nvPr/>
        </p:nvSpPr>
        <p:spPr>
          <a:xfrm>
            <a:off x="3497580" y="2011680"/>
            <a:ext cx="233172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13" name="Image 1" descr="/home/claude/certs/snowflake_m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057400"/>
            <a:ext cx="2240280" cy="1325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7580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Machine Learning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17620" y="4389120"/>
            <a:ext cx="16916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97580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 Deliverable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97580" y="47365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11, 2026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22492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</p:spPr>
      </p:sp>
      <p:sp>
        <p:nvSpPr>
          <p:cNvPr id="19" name="Shape 15"/>
          <p:cNvSpPr/>
          <p:nvPr/>
        </p:nvSpPr>
        <p:spPr>
          <a:xfrm>
            <a:off x="6359652" y="2011680"/>
            <a:ext cx="233172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20" name="Image 2" descr="/home/claude/certs/snowflake_genai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2057400"/>
            <a:ext cx="2240280" cy="1325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9652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Generative AI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679692" y="4389120"/>
            <a:ext cx="16916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59652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 Deliverable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59652" y="47365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11, 2026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84564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</p:spPr>
      </p:sp>
      <p:sp>
        <p:nvSpPr>
          <p:cNvPr id="26" name="Shape 21"/>
          <p:cNvSpPr/>
          <p:nvPr/>
        </p:nvSpPr>
        <p:spPr>
          <a:xfrm>
            <a:off x="9221724" y="2011680"/>
            <a:ext cx="233172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27" name="Image 3" descr="/home/claude/certs/snowflake_advgenai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444" y="2057400"/>
            <a:ext cx="2240280" cy="1325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21724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Generative AI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9541764" y="4389120"/>
            <a:ext cx="16916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221724" y="4480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 Deliverable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221724" y="47365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11, 2026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all four Snowflake SPN modules, covering the foundations of AI/ML on Snowflake through to advanced Generative AI concepts — reinforcing the AI-engineering skills built in Project 1 with a data-platform-native perspective.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Foundations Engineering — In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2356" y="18288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82396" y="21488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icons/a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33172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02836" y="22860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CEFD8"/>
          </a:solidFill>
          <a:ln/>
        </p:spPr>
      </p:sp>
      <p:sp>
        <p:nvSpPr>
          <p:cNvPr id="8" name="Text 5"/>
          <p:cNvSpPr/>
          <p:nvPr/>
        </p:nvSpPr>
        <p:spPr>
          <a:xfrm>
            <a:off x="4402836" y="2286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82396" y="3108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Certified Cloud Practitioner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82396" y="3566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CLF-C02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" y="41239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110996" y="3995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Udemy: Ultimate AWS Cloud Practitioner CLF-C02 course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82396" y="46268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110996" y="44988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YouTube course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2396" y="51297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0996" y="50017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via AWS Skills Builder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23076" y="18288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4F7FB"/>
          </a:solidFill>
          <a:ln/>
        </p:spPr>
      </p:sp>
      <p:sp>
        <p:nvSpPr>
          <p:cNvPr id="18" name="Shape 15"/>
          <p:cNvSpPr/>
          <p:nvPr/>
        </p:nvSpPr>
        <p:spPr>
          <a:xfrm>
            <a:off x="6643116" y="21488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1" descr="/home/claude/icons/az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331720"/>
            <a:ext cx="411480" cy="4114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163556" y="22860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CEFD8"/>
          </a:solidFill>
          <a:ln/>
        </p:spPr>
      </p:sp>
      <p:sp>
        <p:nvSpPr>
          <p:cNvPr id="21" name="Text 17"/>
          <p:cNvSpPr/>
          <p:nvPr/>
        </p:nvSpPr>
        <p:spPr>
          <a:xfrm>
            <a:off x="10163556" y="2286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643116" y="3108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Administrator Associate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643116" y="3566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AZ-104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43116" y="41239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6871716" y="3995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Microsoft AZ-104 documentation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643116" y="46268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6871716" y="44988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via ExamTopics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643116" y="51297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6871716" y="50017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mocks via Examsnet &amp; Secexams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&amp; Learnings Gained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pic>
        <p:nvPicPr>
          <p:cNvPr id="6" name="Image 0" descr="/home/claude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768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fluency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49631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navigating AI, cloud and data-platform ecosystems rather than a single vendor stack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4884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pic>
        <p:nvPicPr>
          <p:cNvPr id="11" name="Image 1" descr="/home/claude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2768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756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AI engineering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49631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the Claude API, Claude Code and Model Context Protocol for agentic workflows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pic>
        <p:nvPicPr>
          <p:cNvPr id="16" name="Image 2" descr="/home/claud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171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159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self-learning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73659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pipeline of study → practice → validation → deliverable, applied consistently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315C">
              <a:alpha val="90000"/>
            </a:srgbClr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38912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pic>
        <p:nvPicPr>
          <p:cNvPr id="21" name="Image 3" descr="/home/claude/icons/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5171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159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under deadline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3659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working, verifiable outcomes for each project within a fixed timeline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Road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2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internship (Sept 17, 2026), the goal is to hold verifiable credentials spanning AI/LLM tooling, public cloud and cloud data platforms — a well-rounded profile aligned with how modern DevOps teams actually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AWS Cloud Practitioner deliverable (Project 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0" cy="320040"/>
          </a:xfrm>
          <a:prstGeom prst="line">
            <a:avLst/>
          </a:prstGeom>
          <a:noFill/>
          <a:ln w="19050">
            <a:solidFill>
              <a:srgbClr val="D5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Azure AZ-104 deliverable (Project 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526280"/>
            <a:ext cx="0" cy="320040"/>
          </a:xfrm>
          <a:prstGeom prst="line">
            <a:avLst/>
          </a:prstGeom>
          <a:noFill/>
          <a:ln w="19050">
            <a:solidFill>
              <a:srgbClr val="D5DE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846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all outcomes into the GitHub portfolio repository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5303520"/>
            <a:ext cx="0" cy="320040"/>
          </a:xfrm>
          <a:prstGeom prst="line">
            <a:avLst/>
          </a:prstGeom>
          <a:noFill/>
          <a:ln w="19050">
            <a:solidFill>
              <a:srgbClr val="D5DE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48640" y="5623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623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multi-platform skills to real DevOps/MLOps tasks at Mactores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| CS-2341452 | Mactores Cognition Pvt. Ltd.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3315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/home/claude/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371600"/>
            <a:ext cx="731520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4960" y="4160520"/>
            <a:ext cx="1371600" cy="0"/>
          </a:xfrm>
          <a:prstGeom prst="line">
            <a:avLst/>
          </a:prstGeom>
          <a:noFill/>
          <a:ln w="25400">
            <a:solidFill>
              <a:srgbClr val="3FA9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Rathi  |  CS-2341452  |  B.Tech CSE, Sem 7, Section 4CSE8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Mactores Cognition Private Limited  |  DevOps Engineer (Intern)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2026-08-29T19:02:40Z</dcterms:created>
  <dcterms:modified xsi:type="dcterms:W3CDTF">2026-08-29T19:02:40Z</dcterms:modified>
</cp:coreProperties>
</file>